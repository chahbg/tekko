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E9B5F">
              <a:alpha val="12000"/>
            </a:srgbClr>
          </a:solidFill>
          <a:ln w="12700">
            <a:solidFill>
              <a:srgbClr val="1E9B5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2896CC">
              <a:alpha val="10000"/>
            </a:srgbClr>
          </a:solidFill>
          <a:ln w="12700">
            <a:solidFill>
              <a:srgbClr val="2896CC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CARDTAP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de Visite NFC Intelligentes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97280" cy="36576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&amp; Pitch ·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Ahmadou Bamba GNINGUE  ·  Founder GeoChifâ  ·  bamba@cabgn.com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55448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612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papier perdues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92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des cartes de visite sont jetées dans la semaine. Aucune traçabilité.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51560"/>
            <a:ext cx="64008" cy="155448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1612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38928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mise à jour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38928" y="1892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poste ou de numéro = imprimer de nouvelles cartes. Coût continu.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64008" cy="155448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3675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si quelqu'un a regardé votre carte ou rappelé.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283464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834640"/>
            <a:ext cx="64008" cy="155448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9443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38928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sous-équipée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3675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africain du networking pro est peu digitalisé. Opportunité immense.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NFC + un site personnalisé =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contact le plus mémorable de la réunion.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731520" cy="7315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246120"/>
            <a:ext cx="1920240" cy="160020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NFC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374904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approche son téléphone → animation 3D s'ouvre automatiquement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2688336"/>
            <a:ext cx="228600" cy="0"/>
          </a:xfrm>
          <a:prstGeom prst="line">
            <a:avLst/>
          </a:prstGeom>
          <a:noFill/>
          <a:ln w="19050">
            <a:solidFill>
              <a:srgbClr val="1E9B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331720"/>
            <a:ext cx="731520" cy="7315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68880" y="3246120"/>
            <a:ext cx="1920240" cy="160020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digitale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374904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complet : nom, contacts, QR, bouton sauvegarde contact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2688336"/>
            <a:ext cx="228600" cy="0"/>
          </a:xfrm>
          <a:prstGeom prst="line">
            <a:avLst/>
          </a:prstGeom>
          <a:noFill/>
          <a:ln w="19050">
            <a:solidFill>
              <a:srgbClr val="1E9B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2331720"/>
            <a:ext cx="731520" cy="7315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17720" y="3246120"/>
            <a:ext cx="1920240" cy="160020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vCard sauvée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90872" y="374904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→ contact ajouté sur iOS et Android natif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37960" y="2688336"/>
            <a:ext cx="228600" cy="0"/>
          </a:xfrm>
          <a:prstGeom prst="line">
            <a:avLst/>
          </a:prstGeom>
          <a:noFill/>
          <a:ln w="19050">
            <a:solidFill>
              <a:srgbClr val="1E9B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331720"/>
            <a:ext cx="731520" cy="7315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66560" y="3246120"/>
            <a:ext cx="1920240" cy="160020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partageable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39712" y="374904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unique partageable par WhatsApp, email, SMS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&amp; TARIFICATION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633472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2633472" cy="658368"/>
          </a:xfrm>
          <a:prstGeom prst="rect">
            <a:avLst/>
          </a:prstGeom>
          <a:solidFill>
            <a:srgbClr val="2896CC"/>
          </a:solidFill>
          <a:ln w="12700">
            <a:solidFill>
              <a:srgbClr val="289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69164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22677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 ·  paiement unique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633472"/>
            <a:ext cx="1810512" cy="0"/>
          </a:xfrm>
          <a:prstGeom prst="line">
            <a:avLst/>
          </a:prstGeom>
          <a:noFill/>
          <a:ln w="6350">
            <a:solidFill>
              <a:srgbClr val="D4E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761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Carte NFC vierge programmée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305409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Site carte basique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" y="3346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 code inclus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363931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vCard téléchargeable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" y="39319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Hébergement 1 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4389120"/>
            <a:ext cx="2176272" cy="320040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43891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particuliers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45536" y="841248"/>
            <a:ext cx="2743200" cy="4123944"/>
          </a:xfrm>
          <a:prstGeom prst="rect">
            <a:avLst/>
          </a:prstGeom>
          <a:solidFill>
            <a:srgbClr val="1E9B5F">
              <a:alpha val="85000"/>
            </a:srgbClr>
          </a:solidFill>
          <a:ln w="15240">
            <a:solidFill>
              <a:srgbClr val="1E9B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45536" y="914400"/>
            <a:ext cx="2743200" cy="65836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987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82696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82696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 ·  paiement unique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57016" y="2633472"/>
            <a:ext cx="1920240" cy="0"/>
          </a:xfrm>
          <a:prstGeom prst="line">
            <a:avLst/>
          </a:prstGeom>
          <a:noFill/>
          <a:ln w="6350">
            <a:solidFill>
              <a:srgbClr val="D4ED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Starter +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3054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Animation intro 3D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82696" y="3346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personnalisé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82696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Votre logo + couleurs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82696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Hébergement 2 ans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8269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WhatsApp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74136" y="4389120"/>
            <a:ext cx="2286000" cy="320040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plus populaire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44768" y="914400"/>
            <a:ext cx="2633472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914400"/>
            <a:ext cx="2633472" cy="658368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9875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81928" y="169164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81928" y="22677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5 cartes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56248" y="2633472"/>
            <a:ext cx="1810512" cy="0"/>
          </a:xfrm>
          <a:prstGeom prst="line">
            <a:avLst/>
          </a:prstGeom>
          <a:noFill/>
          <a:ln w="6350">
            <a:solidFill>
              <a:srgbClr val="D4ED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761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Pro +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81928" y="305409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Pack cartes équipe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81928" y="33467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analytics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81928" y="363931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Mise à jour à distance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81928" y="39319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Intégration CRM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81928" y="422452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73368" y="4389120"/>
            <a:ext cx="2176272" cy="320040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43891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&amp; sociétés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OPPORTUNITÉ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55448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Professionnels au Sénégal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primaire : Dakar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55448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pénétration mobile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Afrique subsaharienne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155448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$X.Xbn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NFC mondial 2027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+18%/an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20240" cy="155448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024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1691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Compétiteurs locaux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1228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vierge au Sénégal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CIBLES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606040" cy="411480"/>
          </a:xfrm>
          <a:prstGeom prst="rect">
            <a:avLst/>
          </a:prstGeom>
          <a:solidFill>
            <a:srgbClr val="112B1A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186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CEOs &amp; Entrepreneurs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3200400"/>
            <a:ext cx="2606040" cy="411480"/>
          </a:xfrm>
          <a:prstGeom prst="rect">
            <a:avLst/>
          </a:prstGeom>
          <a:solidFill>
            <a:srgbClr val="112B1A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186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Commerciaux &amp; Sales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2606040" cy="411480"/>
          </a:xfrm>
          <a:prstGeom prst="rect">
            <a:avLst/>
          </a:prstGeom>
          <a:solidFill>
            <a:srgbClr val="112B1A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2186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Consultants &amp; Freelances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30752"/>
            <a:ext cx="2606040" cy="411480"/>
          </a:xfrm>
          <a:prstGeom prst="rect">
            <a:avLst/>
          </a:prstGeom>
          <a:solidFill>
            <a:srgbClr val="112B1A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Cabinets &amp; Agences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730752"/>
            <a:ext cx="2606040" cy="411480"/>
          </a:xfrm>
          <a:prstGeom prst="rect">
            <a:avLst/>
          </a:prstGeom>
          <a:solidFill>
            <a:srgbClr val="112B1A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Conférences &amp; Events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3730752"/>
            <a:ext cx="2606040" cy="411480"/>
          </a:xfrm>
          <a:prstGeom prst="rect">
            <a:avLst/>
          </a:prstGeom>
          <a:solidFill>
            <a:srgbClr val="112B1A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Associations prof.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revenus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329184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316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est.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3167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00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carte Starter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0" y="1700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700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0" y="1700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+ prog + site basique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03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carte Pro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F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2103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custom + anim 3D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05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Entreprise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0" y="2505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25054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intégrations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871216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07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hébergement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0" y="29077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F/an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74920" y="2907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0" y="2907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récurrents passifs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10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de contenu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0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3310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310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design/info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675888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712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événementielles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0" y="37124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4920" y="3712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37124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Conférences, sommets, events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A5C35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245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année 1  ·  50 cartes/mois × 25 000 F moy = 1 250 000 F/mois → ~15M FCFA/an  |  Objectif rentabilité : mois 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&amp; Brief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commande via WhatsApp, email ou site web. Formulaire de personnalisation.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3504" y="1554480"/>
            <a:ext cx="0" cy="530352"/>
          </a:xfrm>
          <a:prstGeom prst="line">
            <a:avLst/>
          </a:prstGeom>
          <a:noFill/>
          <a:ln w="10160">
            <a:solidFill>
              <a:srgbClr val="1E9B5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5760" y="2075688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site carte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6829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du HTML personnalisé (logo, couleurs, animation). Hébergé sur votre Hetzner sous domaine.geochifa.com.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" y="2578608"/>
            <a:ext cx="0" cy="530352"/>
          </a:xfrm>
          <a:prstGeom prst="line">
            <a:avLst/>
          </a:prstGeom>
          <a:noFill/>
          <a:ln w="10160">
            <a:solidFill>
              <a:srgbClr val="1E9B5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65760" y="3099816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NFC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3924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de l'URL sur la carte vierge via NFC Tools. Test sur iOS + Android.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" y="3602736"/>
            <a:ext cx="0" cy="530352"/>
          </a:xfrm>
          <a:prstGeom prst="line">
            <a:avLst/>
          </a:prstGeom>
          <a:noFill/>
          <a:ln w="10160">
            <a:solidFill>
              <a:srgbClr val="1E9B5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4123944"/>
            <a:ext cx="502920" cy="50292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05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4165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physique livrée + URL envoyée. Formation rapide (2 min) par WhatsApp.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914400"/>
            <a:ext cx="3474720" cy="3977640"/>
          </a:xfrm>
          <a:prstGeom prst="rect">
            <a:avLst/>
          </a:prstGeom>
          <a:solidFill>
            <a:srgbClr val="0D2018"/>
          </a:solidFill>
          <a:ln w="6350">
            <a:solidFill>
              <a:srgbClr val="1E9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14173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289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75120" y="1463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Canvas / Three.js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18745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1E9B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920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7512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+ WebGL / 2D Canvas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40680" y="23317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1A5C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7512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CPX / Nginx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40680" y="27889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1A5C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834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7512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Sous-domaines *.geochifa.com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0680" y="32461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289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7512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NDEF URL Record (ISO 14443)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40680" y="37033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1E9B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vCard 3.0 + QR Code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40680" y="4160520"/>
            <a:ext cx="3200400" cy="384048"/>
          </a:xfrm>
          <a:prstGeom prst="rect">
            <a:avLst/>
          </a:prstGeom>
          <a:solidFill>
            <a:srgbClr val="07140C"/>
          </a:solidFill>
          <a:ln w="5080">
            <a:solidFill>
              <a:srgbClr val="1A5C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675120" y="4206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/ Orange Money / CinetPay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&amp; GESTION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personnalisez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840480" cy="310896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Logo + couleurs de marque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840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Photo de profil ou avatar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3840480" cy="310896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12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Nom, titre, entreprise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3840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Téléphone, email, site web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3840480" cy="310896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07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Liens réseaux sociaux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3840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Animation intro (style, durée)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3840480" cy="310896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Langue de la carte (FR / EN / AR)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38404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Fond et palette graphique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livraison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389888"/>
            <a:ext cx="40233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89888"/>
            <a:ext cx="54864" cy="56692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4264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J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client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7648" y="14630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WhatsApp ou Google Form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048256"/>
            <a:ext cx="40233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048256"/>
            <a:ext cx="54864" cy="56692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0848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2276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212140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HTML envoyée pour validation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706624"/>
            <a:ext cx="40233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706624"/>
            <a:ext cx="54864" cy="56692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743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2040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ligne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27797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Hetzner en 5min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364992"/>
            <a:ext cx="40233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64992"/>
            <a:ext cx="54864" cy="56692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4015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92040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+ test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27648" y="34381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tag + test iOS/Android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40233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4ED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4023360"/>
            <a:ext cx="54864" cy="566928"/>
          </a:xfrm>
          <a:prstGeom prst="rect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0599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9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920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27648" y="40965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+ lien + guide usage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2025–2026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19050">
            <a:solidFill>
              <a:srgbClr val="1E9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487168"/>
            <a:ext cx="411480" cy="41148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2011680" cy="1691640"/>
          </a:xfrm>
          <a:prstGeom prst="rect">
            <a:avLst/>
          </a:prstGeom>
          <a:solidFill>
            <a:srgbClr val="1A5C35"/>
          </a:solidFill>
          <a:ln w="5080">
            <a:solidFill>
              <a:srgbClr val="1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 premières cartes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Réseau PROCASEF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Landing page CardTap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2487168"/>
            <a:ext cx="411480" cy="41148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06040" y="3035808"/>
            <a:ext cx="2011680" cy="1691640"/>
          </a:xfrm>
          <a:prstGeom prst="rect">
            <a:avLst/>
          </a:prstGeom>
          <a:solidFill>
            <a:srgbClr val="1A5C35"/>
          </a:solidFill>
          <a:ln w="5080">
            <a:solidFill>
              <a:srgbClr val="1E9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200 cartes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748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Partenariats events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9748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Pack Entreprise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2487168"/>
            <a:ext cx="411480" cy="41148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035808"/>
            <a:ext cx="2011680" cy="1691640"/>
          </a:xfrm>
          <a:prstGeom prst="rect">
            <a:avLst/>
          </a:prstGeom>
          <a:solidFill>
            <a:srgbClr val="1A5C35"/>
          </a:solidFill>
          <a:ln w="5080">
            <a:solidFill>
              <a:srgbClr val="1E9B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500 cartes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analytics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Revendeurs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26680" y="2487168"/>
            <a:ext cx="411480" cy="411480"/>
          </a:xfrm>
          <a:prstGeom prst="ellipse">
            <a:avLst/>
          </a:prstGeom>
          <a:solidFill>
            <a:srgbClr val="1E9B5F"/>
          </a:solidFill>
          <a:ln w="12700">
            <a:solidFill>
              <a:srgbClr val="1E9B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1261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03720" y="3035808"/>
            <a:ext cx="2011680" cy="1691640"/>
          </a:xfrm>
          <a:prstGeom prst="rect">
            <a:avLst/>
          </a:prstGeom>
          <a:solidFill>
            <a:srgbClr val="1A5C35"/>
          </a:solidFill>
          <a:ln w="5080">
            <a:solidFill>
              <a:srgbClr val="1E9B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Autres pays CEDEAO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mobile CardTap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Levée de fonds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CARDTAP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papier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636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Linktree / Blinq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0" y="960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CardTap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35024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1335024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80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3D intro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1380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66360" y="1380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40880" y="1380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737360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local Afrique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6636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39696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2139696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185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local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66360" y="2185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0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Wave/OM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542032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5160" y="2542032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87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physique incluse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2587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40880" y="2587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944368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2944368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FCFA accessible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2990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4088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346704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95160" y="3346704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392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totale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8328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66360" y="3392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4088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custom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solidFill>
            <a:srgbClr val="D4EDE1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5160" y="3749040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francophone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8328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6636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4088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WhatsApp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4151376"/>
            <a:ext cx="8412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4151376"/>
            <a:ext cx="1737360" cy="365760"/>
          </a:xfrm>
          <a:prstGeom prst="rect">
            <a:avLst/>
          </a:prstGeom>
          <a:solidFill>
            <a:srgbClr val="1E9B5F">
              <a:alpha val="15000"/>
            </a:srgbClr>
          </a:solidFill>
          <a:ln w="3810">
            <a:solidFill>
              <a:srgbClr val="D4ED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197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analytics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383280" y="4197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66360" y="4197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basique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40880" y="4197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avancé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40C"/>
          </a:solidFill>
          <a:ln w="12700">
            <a:solidFill>
              <a:srgbClr val="0714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1A5C35">
              <a:alpha val="25000"/>
            </a:srgbClr>
          </a:solidFill>
          <a:ln w="12700">
            <a:solidFill>
              <a:srgbClr val="1A5C3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2896CC">
              <a:alpha val="12000"/>
            </a:srgbClr>
          </a:solidFill>
          <a:ln w="12700">
            <a:solidFill>
              <a:srgbClr val="2896C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lancer 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les cartes. Vous avez le code. Vous avez le serveur.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manque que les clients — et ça, c'est votre réseau GeoChifâ.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743200"/>
            <a:ext cx="2331720" cy="1005840"/>
          </a:xfrm>
          <a:prstGeom prst="rect">
            <a:avLst/>
          </a:prstGeom>
          <a:solidFill>
            <a:srgbClr val="1E9B5F"/>
          </a:solidFill>
          <a:ln w="8890">
            <a:solidFill>
              <a:srgbClr val="1E9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16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ma carte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bamba.geochifa.com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331720" cy="1005840"/>
          </a:xfrm>
          <a:prstGeom prst="rect">
            <a:avLst/>
          </a:prstGeom>
          <a:solidFill>
            <a:srgbClr val="1A5C35"/>
          </a:solidFill>
          <a:ln w="8890">
            <a:solidFill>
              <a:srgbClr val="1E9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816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contacter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+221 77 658 53 71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2331720" cy="1005840"/>
          </a:xfrm>
          <a:prstGeom prst="rect">
            <a:avLst/>
          </a:prstGeom>
          <a:solidFill>
            <a:srgbClr val="1A5C35"/>
          </a:solidFill>
          <a:ln w="8890">
            <a:solidFill>
              <a:srgbClr val="1E9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8163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bamba@cabgn.com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CARDTAP by GeoChifâ  ·  Dakar, Sénégal  ·  geochifa.com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CardTap – Business Plan</dc:title>
  <dc:subject>PptxGenJS Presentation</dc:subject>
  <dc:creator>PptxGenJS</dc:creator>
  <cp:lastModifiedBy>PptxGenJS</cp:lastModifiedBy>
  <cp:revision>1</cp:revision>
  <dcterms:created xsi:type="dcterms:W3CDTF">2026-04-15T00:34:27Z</dcterms:created>
  <dcterms:modified xsi:type="dcterms:W3CDTF">2026-04-15T00:34:27Z</dcterms:modified>
</cp:coreProperties>
</file>