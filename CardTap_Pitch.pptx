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4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E9B5F"/>
          </a:solidFill>
          <a:ln w="12700">
            <a:solidFill>
              <a:srgbClr val="1E9B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828800"/>
            <a:ext cx="5486400" cy="5486400"/>
          </a:xfrm>
          <a:prstGeom prst="ellipse">
            <a:avLst/>
          </a:prstGeom>
          <a:solidFill>
            <a:srgbClr val="1E9B5F">
              <a:alpha val="12000"/>
            </a:srgbClr>
          </a:solidFill>
          <a:ln w="12700">
            <a:solidFill>
              <a:srgbClr val="1E9B5F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251960"/>
            <a:ext cx="9144000" cy="891540"/>
          </a:xfrm>
          <a:prstGeom prst="rect">
            <a:avLst/>
          </a:prstGeom>
          <a:solidFill>
            <a:srgbClr val="1A5C35"/>
          </a:solidFill>
          <a:ln w="12700">
            <a:solidFill>
              <a:srgbClr val="1A5C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486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pPr indent="0" marL="0">
              <a:buNone/>
            </a:pPr>
            <a:r>
              <a:rPr lang="en-US" sz="8800" b="1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</a:t>
            </a:r>
            <a:endParaRPr lang="en-US" sz="88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carte de visite qui se tape,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qui se perd.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3520440"/>
            <a:ext cx="1828800" cy="0"/>
          </a:xfrm>
          <a:prstGeom prst="line">
            <a:avLst/>
          </a:prstGeom>
          <a:noFill/>
          <a:ln w="25400">
            <a:solidFill>
              <a:srgbClr val="1E9B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3708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Cheikh Ahmadou Bamba GNINGUE  ·  GeoChifa  ·  Dakar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7140C"/>
          </a:solidFill>
          <a:ln w="12700">
            <a:solidFill>
              <a:srgbClr val="0714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constat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840480" cy="3474720"/>
          </a:xfrm>
          <a:prstGeom prst="rect">
            <a:avLst/>
          </a:prstGeom>
          <a:solidFill>
            <a:srgbClr val="07140C"/>
          </a:solidFill>
          <a:ln w="12700">
            <a:solidFill>
              <a:srgbClr val="07140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8872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1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365760" y="27432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cartes de visite papier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sont jetees dans la semaine.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Adobe / Jukebox Print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480560" y="932688"/>
            <a:ext cx="43891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4ED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80560" y="932688"/>
            <a:ext cx="64008" cy="1115568"/>
          </a:xfrm>
          <a:prstGeom prst="rect">
            <a:avLst/>
          </a:prstGeom>
          <a:solidFill>
            <a:srgbClr val="1E9B5F"/>
          </a:solidFill>
          <a:ln w="12700">
            <a:solidFill>
              <a:srgbClr val="1E9B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9875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45152" y="1408176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1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perdue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45152" y="168249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numero finit dans une poubelle.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80560" y="2194560"/>
            <a:ext cx="43891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4ED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80560" y="2194560"/>
            <a:ext cx="64008" cy="1115568"/>
          </a:xfrm>
          <a:prstGeom prst="rect">
            <a:avLst/>
          </a:prstGeom>
          <a:solidFill>
            <a:srgbClr val="1E9B5F"/>
          </a:solidFill>
          <a:ln w="12700">
            <a:solidFill>
              <a:srgbClr val="1E9B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45152" y="224942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45152" y="267004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1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mise a jour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45152" y="294436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Changer de titre = reimprimer tout le stock.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80560" y="3456432"/>
            <a:ext cx="43891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4ED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80560" y="3456432"/>
            <a:ext cx="64008" cy="1115568"/>
          </a:xfrm>
          <a:prstGeom prst="rect">
            <a:avLst/>
          </a:prstGeom>
          <a:solidFill>
            <a:srgbClr val="1E9B5F"/>
          </a:solidFill>
          <a:ln w="12700">
            <a:solidFill>
              <a:srgbClr val="1E9B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45152" y="351129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645152" y="393192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1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donnees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45152" y="420624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de savoir qui a vraiment rappele.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4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5C35"/>
          </a:solidFill>
          <a:ln w="12700">
            <a:solidFill>
              <a:srgbClr val="1A5C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reponse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0" y="914400"/>
            <a:ext cx="2286000" cy="3931920"/>
          </a:xfrm>
          <a:prstGeom prst="roundRect">
            <a:avLst>
              <a:gd name="adj" fmla="val 6000"/>
            </a:avLst>
          </a:prstGeom>
          <a:solidFill>
            <a:srgbClr val="0D1F14"/>
          </a:solidFill>
          <a:ln w="19050">
            <a:solidFill>
              <a:srgbClr val="1E9B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0" y="1234440"/>
            <a:ext cx="1737360" cy="3200400"/>
          </a:xfrm>
          <a:prstGeom prst="rect">
            <a:avLst/>
          </a:prstGeom>
          <a:solidFill>
            <a:srgbClr val="0A1A10"/>
          </a:solidFill>
          <a:ln w="6350">
            <a:solidFill>
              <a:srgbClr val="1E9B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94760" y="1325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GeoChifa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94760" y="17190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Bamba GNINGUE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794760" y="20848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840480" y="2423160"/>
            <a:ext cx="1554480" cy="0"/>
          </a:xfrm>
          <a:prstGeom prst="line">
            <a:avLst/>
          </a:prstGeom>
          <a:noFill/>
          <a:ln w="5080">
            <a:solidFill>
              <a:srgbClr val="1E9B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67328" y="24871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0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+221 77 658 53 71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767328" y="274320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0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bamba@cabgn.com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931920" y="3063240"/>
            <a:ext cx="1325880" cy="347472"/>
          </a:xfrm>
          <a:prstGeom prst="rect">
            <a:avLst/>
          </a:prstGeom>
          <a:solidFill>
            <a:srgbClr val="1E9B5F"/>
          </a:solidFill>
          <a:ln w="12700">
            <a:solidFill>
              <a:srgbClr val="1E9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0" y="30632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82880" y="2103120"/>
            <a:ext cx="2651760" cy="822960"/>
          </a:xfrm>
          <a:prstGeom prst="rect">
            <a:avLst/>
          </a:prstGeom>
          <a:solidFill>
            <a:srgbClr val="1A5C35"/>
          </a:solidFill>
          <a:ln w="6350">
            <a:solidFill>
              <a:srgbClr val="1E9B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1488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Approcher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" y="25237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C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carte NFC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0" y="1371600"/>
            <a:ext cx="2651760" cy="822960"/>
          </a:xfrm>
          <a:prstGeom prst="rect">
            <a:avLst/>
          </a:prstGeom>
          <a:solidFill>
            <a:srgbClr val="1A5C35"/>
          </a:solidFill>
          <a:ln w="6350">
            <a:solidFill>
              <a:srgbClr val="1E9B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14173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Animation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49440" y="17922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C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s'ouvre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0" y="3200400"/>
            <a:ext cx="2651760" cy="822960"/>
          </a:xfrm>
          <a:prstGeom prst="rect">
            <a:avLst/>
          </a:prstGeom>
          <a:solidFill>
            <a:srgbClr val="1A5C35"/>
          </a:solidFill>
          <a:ln w="6350">
            <a:solidFill>
              <a:srgbClr val="1E9B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32461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Contact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49440" y="36210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C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application a installer. Fonctionne sur 100% des smartphones.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7140C"/>
          </a:solidFill>
          <a:ln w="12700">
            <a:solidFill>
              <a:srgbClr val="0714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marche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011680" cy="1600200"/>
          </a:xfrm>
          <a:prstGeom prst="rect">
            <a:avLst/>
          </a:prstGeom>
          <a:solidFill>
            <a:srgbClr val="07140C"/>
          </a:solidFill>
          <a:ln w="10160">
            <a:solidFill>
              <a:srgbClr val="1E9B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87552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mobile Senegal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450592" y="868680"/>
            <a:ext cx="2011680" cy="1600200"/>
          </a:xfrm>
          <a:prstGeom prst="rect">
            <a:avLst/>
          </a:prstGeom>
          <a:solidFill>
            <a:srgbClr val="07140C"/>
          </a:solidFill>
          <a:ln w="10160">
            <a:solidFill>
              <a:srgbClr val="2878C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50592" y="987552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87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542032" y="1828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local identifie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26864" y="868680"/>
            <a:ext cx="2011680" cy="1600200"/>
          </a:xfrm>
          <a:prstGeom prst="rect">
            <a:avLst/>
          </a:prstGeom>
          <a:solidFill>
            <a:srgbClr val="07140C"/>
          </a:solidFill>
          <a:ln w="10160">
            <a:solidFill>
              <a:srgbClr val="1A5C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26864" y="987552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90k+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718304" y="1828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formelles au Senegal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03136" y="868680"/>
            <a:ext cx="2011680" cy="1600200"/>
          </a:xfrm>
          <a:prstGeom prst="rect">
            <a:avLst/>
          </a:prstGeom>
          <a:solidFill>
            <a:srgbClr val="07140C"/>
          </a:solidFill>
          <a:ln w="10160">
            <a:solidFill>
              <a:srgbClr val="1E9B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03136" y="987552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15k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894576" y="1828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FCFA prix d'entree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25% du SMIG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26974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segments prioritaires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" y="3154680"/>
            <a:ext cx="2788920" cy="173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1E9B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154680"/>
            <a:ext cx="2788920" cy="347472"/>
          </a:xfrm>
          <a:prstGeom prst="rect">
            <a:avLst/>
          </a:prstGeom>
          <a:solidFill>
            <a:srgbClr val="1E9B5F"/>
          </a:solidFill>
          <a:ln w="12700">
            <a:solidFill>
              <a:srgbClr val="1E9B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004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Professionnel individuel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3611880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Entrepreneur, commercial, consultant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15 000 - 35 000 FCFA/carte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0" y="3154680"/>
            <a:ext cx="2788920" cy="173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2878C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3154680"/>
            <a:ext cx="2788920" cy="347472"/>
          </a:xfrm>
          <a:prstGeom prst="rect">
            <a:avLst/>
          </a:prstGeom>
          <a:solidFill>
            <a:srgbClr val="2878CC"/>
          </a:solidFill>
          <a:ln w="12700">
            <a:solidFill>
              <a:srgbClr val="2878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32004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&amp; Cabinets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91840" y="3611880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equipe 5-50 personnes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 100 000 FCFA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26480" y="3154680"/>
            <a:ext cx="2788920" cy="173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1A5C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3154680"/>
            <a:ext cx="2788920" cy="347472"/>
          </a:xfrm>
          <a:prstGeom prst="rect">
            <a:avLst/>
          </a:prstGeom>
          <a:solidFill>
            <a:srgbClr val="1A5C35"/>
          </a:solidFill>
          <a:ln w="12700">
            <a:solidFill>
              <a:srgbClr val="1A5C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32004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Evenements &amp; Conferences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17920" y="3611880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 temporaires, logo event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devis volume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4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5C35"/>
          </a:solidFill>
          <a:ln w="12700">
            <a:solidFill>
              <a:srgbClr val="1A5C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L'offre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743200" cy="4160520"/>
          </a:xfrm>
          <a:prstGeom prst="rect">
            <a:avLst/>
          </a:prstGeom>
          <a:solidFill>
            <a:srgbClr val="0D1F14"/>
          </a:solidFill>
          <a:ln w="6350">
            <a:solidFill>
              <a:srgbClr val="2878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2743200" cy="530352"/>
          </a:xfrm>
          <a:prstGeom prst="rect">
            <a:avLst/>
          </a:prstGeom>
          <a:solidFill>
            <a:srgbClr val="2878CC"/>
          </a:solidFill>
          <a:ln w="12700">
            <a:solidFill>
              <a:srgbClr val="2878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15 000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450592"/>
            <a:ext cx="2011680" cy="0"/>
          </a:xfrm>
          <a:prstGeom prst="line">
            <a:avLst/>
          </a:prstGeom>
          <a:noFill/>
          <a:ln w="6350">
            <a:solidFill>
              <a:srgbClr val="2878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786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NFC programme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9992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Page web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41985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QR + vCard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840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Hebergement 1 an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804672"/>
            <a:ext cx="2880360" cy="4251960"/>
          </a:xfrm>
          <a:prstGeom prst="rect">
            <a:avLst/>
          </a:prstGeom>
          <a:solidFill>
            <a:srgbClr val="1E9B5F">
              <a:alpha val="85000"/>
            </a:srgbClr>
          </a:solidFill>
          <a:ln w="19050">
            <a:solidFill>
              <a:srgbClr val="1E9B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804672"/>
            <a:ext cx="2880360" cy="530352"/>
          </a:xfrm>
          <a:prstGeom prst="rect">
            <a:avLst/>
          </a:prstGeom>
          <a:solidFill>
            <a:srgbClr val="1E9B5F"/>
          </a:solidFill>
          <a:ln w="12700">
            <a:solidFill>
              <a:srgbClr val="1E9B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850392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146304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35 000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3383280" y="21031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566160" y="2450592"/>
            <a:ext cx="2148840" cy="0"/>
          </a:xfrm>
          <a:prstGeom prst="line">
            <a:avLst/>
          </a:prstGeom>
          <a:noFill/>
          <a:ln w="6350">
            <a:solidFill>
              <a:srgbClr val="1E9B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257860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Tout Starter +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83280" y="299923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Animation 3D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0" y="341985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Design custom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83280" y="38404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Apple + Google Wallet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83280" y="426110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Hebergement 2 ans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868680"/>
            <a:ext cx="2743200" cy="4160520"/>
          </a:xfrm>
          <a:prstGeom prst="rect">
            <a:avLst/>
          </a:prstGeom>
          <a:solidFill>
            <a:srgbClr val="0D1F14"/>
          </a:solidFill>
          <a:ln w="6350">
            <a:solidFill>
              <a:srgbClr val="1A5C3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868680"/>
            <a:ext cx="2743200" cy="530352"/>
          </a:xfrm>
          <a:prstGeom prst="rect">
            <a:avLst/>
          </a:prstGeom>
          <a:solidFill>
            <a:srgbClr val="1A5C35"/>
          </a:solidFill>
          <a:ln w="12700">
            <a:solidFill>
              <a:srgbClr val="1A5C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91440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0" y="146304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devis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400800" y="21031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cartes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583680" y="2450592"/>
            <a:ext cx="2011680" cy="0"/>
          </a:xfrm>
          <a:prstGeom prst="line">
            <a:avLst/>
          </a:prstGeom>
          <a:noFill/>
          <a:ln w="6350">
            <a:solidFill>
              <a:srgbClr val="1A5C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25786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Tout Pro +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0" y="29992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Dashboard admin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0" y="341985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Analytics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0" y="3840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Mise a jour illimitee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0" y="426110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Integration CRM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7140C"/>
          </a:solidFill>
          <a:ln w="12700">
            <a:solidFill>
              <a:srgbClr val="0714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Au-dela du site web : les Wallets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carte vit dans le telephone, meme sans connexion internet.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389888"/>
            <a:ext cx="2011680" cy="3383280"/>
          </a:xfrm>
          <a:prstGeom prst="rect">
            <a:avLst/>
          </a:prstGeom>
          <a:solidFill>
            <a:srgbClr val="FFFFFF"/>
          </a:solidFill>
          <a:ln w="8890">
            <a:solidFill>
              <a:srgbClr val="2878C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89888"/>
            <a:ext cx="2011680" cy="548640"/>
          </a:xfrm>
          <a:prstGeom prst="rect">
            <a:avLst/>
          </a:prstGeom>
          <a:solidFill>
            <a:srgbClr val="2878CC"/>
          </a:solidFill>
          <a:ln w="12700">
            <a:solidFill>
              <a:srgbClr val="287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356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Web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029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87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 toutes offres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237744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S'ouvre dans Safari/Chrome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au tap NFC.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des smartphones.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50592" y="1389888"/>
            <a:ext cx="2011680" cy="3383280"/>
          </a:xfrm>
          <a:prstGeom prst="rect">
            <a:avLst/>
          </a:prstGeom>
          <a:solidFill>
            <a:srgbClr val="FFFFFF"/>
          </a:solidFill>
          <a:ln w="8890">
            <a:solidFill>
              <a:srgbClr val="1A5C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1389888"/>
            <a:ext cx="2011680" cy="548640"/>
          </a:xfrm>
          <a:prstGeom prst="rect">
            <a:avLst/>
          </a:prstGeom>
          <a:solidFill>
            <a:srgbClr val="1A5C35"/>
          </a:solidFill>
          <a:ln w="12700">
            <a:solidFill>
              <a:srgbClr val="1A5C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42032" y="14356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Apple Wallet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42032" y="2029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 Pro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42032" y="237744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native iOS.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 sans internet.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a jour a distance.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26864" y="1389888"/>
            <a:ext cx="2011680" cy="3383280"/>
          </a:xfrm>
          <a:prstGeom prst="rect">
            <a:avLst/>
          </a:prstGeom>
          <a:solidFill>
            <a:srgbClr val="FFFFFF"/>
          </a:solidFill>
          <a:ln w="8890">
            <a:solidFill>
              <a:srgbClr val="1E9B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389888"/>
            <a:ext cx="2011680" cy="548640"/>
          </a:xfrm>
          <a:prstGeom prst="rect">
            <a:avLst/>
          </a:prstGeom>
          <a:solidFill>
            <a:srgbClr val="1E9B5F"/>
          </a:solidFill>
          <a:ln w="12700">
            <a:solidFill>
              <a:srgbClr val="1E9B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8304" y="14356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Google Wallet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18304" y="2029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 Pro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18304" y="237744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Android.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'Ajouter' sur la page.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automatique.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03136" y="1389888"/>
            <a:ext cx="2011680" cy="3383280"/>
          </a:xfrm>
          <a:prstGeom prst="rect">
            <a:avLst/>
          </a:prstGeom>
          <a:solidFill>
            <a:srgbClr val="FFFFFF"/>
          </a:solidFill>
          <a:ln w="8890">
            <a:solidFill>
              <a:srgbClr val="2878C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03136" y="1389888"/>
            <a:ext cx="2011680" cy="548640"/>
          </a:xfrm>
          <a:prstGeom prst="rect">
            <a:avLst/>
          </a:prstGeom>
          <a:solidFill>
            <a:srgbClr val="2878CC"/>
          </a:solidFill>
          <a:ln w="12700">
            <a:solidFill>
              <a:srgbClr val="2878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94576" y="14356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App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94576" y="2029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87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 Pro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94576" y="237744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Icone sur l'ecran d'accueil.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Plein ecran sans barre nav.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 hors-ligne.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Inclus dans l'offre Pro (35 000 FCFA)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4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5C35"/>
          </a:solidFill>
          <a:ln w="12700">
            <a:solidFill>
              <a:srgbClr val="1A5C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modele financier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Economie unitaire — offre Pro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4206240" cy="384048"/>
          </a:xfrm>
          <a:prstGeom prst="rect">
            <a:avLst/>
          </a:prstGeom>
          <a:solidFill>
            <a:srgbClr val="0D1F14"/>
          </a:solidFill>
          <a:ln w="3810">
            <a:solidFill>
              <a:srgbClr val="1A5C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167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de vente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14600" y="13167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0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35 000 FCFA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749040" y="13167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682496"/>
            <a:ext cx="4206240" cy="384048"/>
          </a:xfrm>
          <a:prstGeom prst="rect">
            <a:avLst/>
          </a:prstGeom>
          <a:solidFill>
            <a:srgbClr val="1A5C35"/>
          </a:solidFill>
          <a:ln w="3810">
            <a:solidFill>
              <a:srgbClr val="1A5C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37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NFC + materiel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14600" y="1737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0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- 650 FCFA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49040" y="1737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103120"/>
            <a:ext cx="4206240" cy="384048"/>
          </a:xfrm>
          <a:prstGeom prst="rect">
            <a:avLst/>
          </a:prstGeom>
          <a:solidFill>
            <a:srgbClr val="0D1F14"/>
          </a:solidFill>
          <a:ln w="3810">
            <a:solidFill>
              <a:srgbClr val="1A5C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1579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production (1-2h)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14600" y="21579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0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- 7 000 FCFA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49040" y="21579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523744"/>
            <a:ext cx="4206240" cy="384048"/>
          </a:xfrm>
          <a:prstGeom prst="rect">
            <a:avLst/>
          </a:prstGeom>
          <a:solidFill>
            <a:srgbClr val="1A5C35"/>
          </a:solidFill>
          <a:ln w="3810">
            <a:solidFill>
              <a:srgbClr val="1A5C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5786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Hebergement + frais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14600" y="2578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0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- 1 200 FCFA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749040" y="25786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944368"/>
            <a:ext cx="4206240" cy="384048"/>
          </a:xfrm>
          <a:prstGeom prst="rect">
            <a:avLst/>
          </a:prstGeom>
          <a:solidFill>
            <a:srgbClr val="1E9B5F"/>
          </a:solidFill>
          <a:ln w="3810">
            <a:solidFill>
              <a:srgbClr val="1E9B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9992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BRUTE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514600" y="29992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26 150 FCFA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749040" y="29992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8229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annuelle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54880" y="1261872"/>
            <a:ext cx="4114800" cy="713232"/>
          </a:xfrm>
          <a:prstGeom prst="rect">
            <a:avLst/>
          </a:prstGeom>
          <a:solidFill>
            <a:srgbClr val="0D1F14"/>
          </a:solidFill>
          <a:ln w="5080">
            <a:solidFill>
              <a:srgbClr val="1A5C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13258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 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92040" y="158191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505 000 F/mois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492240" y="13258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Rentabilite atteinte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2084832"/>
            <a:ext cx="4114800" cy="713232"/>
          </a:xfrm>
          <a:prstGeom prst="rect">
            <a:avLst/>
          </a:prstGeom>
          <a:solidFill>
            <a:srgbClr val="0D1F14"/>
          </a:solidFill>
          <a:ln w="5080">
            <a:solidFill>
              <a:srgbClr val="1A5C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21488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 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92040" y="240487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900 000 F/mois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492240" y="21488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cartes/mois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2907792"/>
            <a:ext cx="4114800" cy="713232"/>
          </a:xfrm>
          <a:prstGeom prst="rect">
            <a:avLst/>
          </a:prstGeom>
          <a:solidFill>
            <a:srgbClr val="0D1F14"/>
          </a:solidFill>
          <a:ln w="12700">
            <a:solidFill>
              <a:srgbClr val="1E9B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29718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Annee 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92040" y="322783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11,6M FCFA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492240" y="29718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total estimé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54880" y="3730752"/>
            <a:ext cx="4114800" cy="713232"/>
          </a:xfrm>
          <a:prstGeom prst="rect">
            <a:avLst/>
          </a:prstGeom>
          <a:solidFill>
            <a:srgbClr val="0D1F14"/>
          </a:solidFill>
          <a:ln w="5080">
            <a:solidFill>
              <a:srgbClr val="1A5C3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37947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Annee 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92040" y="405079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27M FCFA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492240" y="37947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partenariats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solidFill>
            <a:srgbClr val="1E9B5F">
              <a:alpha val="80000"/>
            </a:srgbClr>
          </a:solidFill>
          <a:ln w="6350">
            <a:solidFill>
              <a:srgbClr val="1E9B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de rentabilite : 5 cartes/mois. Couts de demarrage : &lt; 150 000 FCFA.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7140C"/>
          </a:solidFill>
          <a:ln w="12700">
            <a:solidFill>
              <a:srgbClr val="0714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2560320"/>
            <a:ext cx="8229600" cy="0"/>
          </a:xfrm>
          <a:prstGeom prst="line">
            <a:avLst/>
          </a:prstGeom>
          <a:noFill/>
          <a:ln w="25400">
            <a:solidFill>
              <a:srgbClr val="1E9B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2359152"/>
            <a:ext cx="457200" cy="457200"/>
          </a:xfrm>
          <a:prstGeom prst="ellipse">
            <a:avLst/>
          </a:prstGeom>
          <a:solidFill>
            <a:srgbClr val="1E9B5F"/>
          </a:solidFill>
          <a:ln w="12700">
            <a:solidFill>
              <a:srgbClr val="1E9B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046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944368"/>
            <a:ext cx="20116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1E9B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30358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50 cartes reseau GeoChifa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5844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Prix lancement 10 000 F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41330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LinkedIn demo video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3280" y="2359152"/>
            <a:ext cx="457200" cy="457200"/>
          </a:xfrm>
          <a:prstGeom prst="ellipse">
            <a:avLst/>
          </a:prstGeom>
          <a:solidFill>
            <a:srgbClr val="2878CC"/>
          </a:solidFill>
          <a:ln w="12700">
            <a:solidFill>
              <a:srgbClr val="2878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8046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287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606040" y="11704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Croissance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606040" y="2944368"/>
            <a:ext cx="20116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2878C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697480" y="30358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200 cartes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97480" y="35844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Pack PME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97480" y="41330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Partenariats events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32120" y="2359152"/>
            <a:ext cx="457200" cy="457200"/>
          </a:xfrm>
          <a:prstGeom prst="ellipse">
            <a:avLst/>
          </a:prstGeom>
          <a:solidFill>
            <a:srgbClr val="1A5C35"/>
          </a:solidFill>
          <a:ln w="12700">
            <a:solidFill>
              <a:srgbClr val="1A5C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8046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 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0" y="11704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754880" y="2944368"/>
            <a:ext cx="20116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1A5C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30358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500 cartes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35844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Dashboard admin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41330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Revendeurs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680960" y="2359152"/>
            <a:ext cx="457200" cy="457200"/>
          </a:xfrm>
          <a:prstGeom prst="ellipse">
            <a:avLst/>
          </a:prstGeom>
          <a:solidFill>
            <a:srgbClr val="1E9B5F"/>
          </a:solidFill>
          <a:ln w="12700">
            <a:solidFill>
              <a:srgbClr val="1E9B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03720" y="8046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903720" y="11704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903720" y="2944368"/>
            <a:ext cx="20116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1E9B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995160" y="30358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CEDEAO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95160" y="35844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App mobile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95160" y="41330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Levee de fonds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4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5C35"/>
          </a:solidFill>
          <a:ln w="12700">
            <a:solidFill>
              <a:srgbClr val="1A5C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maintenant 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4114800" cy="1188720"/>
          </a:xfrm>
          <a:prstGeom prst="rect">
            <a:avLst/>
          </a:prstGeom>
          <a:solidFill>
            <a:srgbClr val="0D1F14"/>
          </a:solidFill>
          <a:ln w="6350">
            <a:solidFill>
              <a:srgbClr val="1E9B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188720"/>
            <a:ext cx="502920" cy="502920"/>
          </a:xfrm>
          <a:prstGeom prst="ellipse">
            <a:avLst/>
          </a:prstGeom>
          <a:solidFill>
            <a:srgbClr val="1E9B5F"/>
          </a:solidFill>
          <a:ln w="12700">
            <a:solidFill>
              <a:srgbClr val="1E9B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24128" y="98755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Marche vierge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4128" y="1335024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C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concurrent local au Senegal en 2025. La fenetre d'opportunite est ouverte.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896112"/>
            <a:ext cx="4114800" cy="1188720"/>
          </a:xfrm>
          <a:prstGeom prst="rect">
            <a:avLst/>
          </a:prstGeom>
          <a:solidFill>
            <a:srgbClr val="0D1F14"/>
          </a:solidFill>
          <a:ln w="6350">
            <a:solidFill>
              <a:srgbClr val="1E9B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64608" y="1188720"/>
            <a:ext cx="502920" cy="502920"/>
          </a:xfrm>
          <a:prstGeom prst="ellipse">
            <a:avLst/>
          </a:prstGeom>
          <a:solidFill>
            <a:srgbClr val="1E9B5F"/>
          </a:solidFill>
          <a:ln w="12700">
            <a:solidFill>
              <a:srgbClr val="1E9B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504688" y="98755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prête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04688" y="1335024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C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Hetzner actif. Domaine geochifa.com en ligne. Carte bamba.geochifa.com deployee.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249424"/>
            <a:ext cx="4114800" cy="1188720"/>
          </a:xfrm>
          <a:prstGeom prst="rect">
            <a:avLst/>
          </a:prstGeom>
          <a:solidFill>
            <a:srgbClr val="0D1F14"/>
          </a:solidFill>
          <a:ln w="6350">
            <a:solidFill>
              <a:srgbClr val="1E9B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4048" y="2542032"/>
            <a:ext cx="502920" cy="502920"/>
          </a:xfrm>
          <a:prstGeom prst="ellipse">
            <a:avLst/>
          </a:prstGeom>
          <a:solidFill>
            <a:srgbClr val="1E9B5F"/>
          </a:solidFill>
          <a:ln w="12700">
            <a:solidFill>
              <a:srgbClr val="1E9B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24128" y="23408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Reseau qualifie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2688336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C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 contacts professionnels via GeoChifa et PROCASEF. Premiers clients deja identifies.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2249424"/>
            <a:ext cx="4114800" cy="1188720"/>
          </a:xfrm>
          <a:prstGeom prst="rect">
            <a:avLst/>
          </a:prstGeom>
          <a:solidFill>
            <a:srgbClr val="0D1F14"/>
          </a:solidFill>
          <a:ln w="6350">
            <a:solidFill>
              <a:srgbClr val="1E9B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64608" y="2542032"/>
            <a:ext cx="502920" cy="502920"/>
          </a:xfrm>
          <a:prstGeom prst="ellipse">
            <a:avLst/>
          </a:prstGeom>
          <a:solidFill>
            <a:srgbClr val="1E9B5F"/>
          </a:solidFill>
          <a:ln w="12700">
            <a:solidFill>
              <a:srgbClr val="1E9B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04688" y="23408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Couts minimaux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04688" y="2688336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C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Demarrage &lt; 150 000 FCFA. Rentabilite a 5 cartes/mois. Risque quasi nul.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602736"/>
            <a:ext cx="4114800" cy="1188720"/>
          </a:xfrm>
          <a:prstGeom prst="rect">
            <a:avLst/>
          </a:prstGeom>
          <a:solidFill>
            <a:srgbClr val="0D1F14"/>
          </a:solidFill>
          <a:ln w="6350">
            <a:solidFill>
              <a:srgbClr val="1E9B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84048" y="3895344"/>
            <a:ext cx="502920" cy="502920"/>
          </a:xfrm>
          <a:prstGeom prst="ellipse">
            <a:avLst/>
          </a:prstGeom>
          <a:solidFill>
            <a:srgbClr val="1E9B5F"/>
          </a:solidFill>
          <a:ln w="12700">
            <a:solidFill>
              <a:srgbClr val="1E9B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8953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24128" y="369417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parfait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24128" y="4041648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C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Post-COVID, le digital networking explose. NFC natif sur tous les iPhones depuis 2018.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3602736"/>
            <a:ext cx="4114800" cy="1188720"/>
          </a:xfrm>
          <a:prstGeom prst="rect">
            <a:avLst/>
          </a:prstGeom>
          <a:solidFill>
            <a:srgbClr val="0D1F14"/>
          </a:solidFill>
          <a:ln w="6350">
            <a:solidFill>
              <a:srgbClr val="1E9B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64608" y="3895344"/>
            <a:ext cx="502920" cy="502920"/>
          </a:xfrm>
          <a:prstGeom prst="ellipse">
            <a:avLst/>
          </a:prstGeom>
          <a:solidFill>
            <a:srgbClr val="1E9B5F"/>
          </a:solidFill>
          <a:ln w="12700">
            <a:solidFill>
              <a:srgbClr val="1E9B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38953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04688" y="369417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sans effort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504688" y="4041648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C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un client = 30 minutes. Meme stack, meme serveur, meme code. Zero cout marginal infra.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4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40C"/>
          </a:solidFill>
          <a:ln w="12700">
            <a:solidFill>
              <a:srgbClr val="0714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743200"/>
            <a:ext cx="6400800" cy="6400800"/>
          </a:xfrm>
          <a:prstGeom prst="ellipse">
            <a:avLst/>
          </a:prstGeom>
          <a:solidFill>
            <a:srgbClr val="1A5C35">
              <a:alpha val="20000"/>
            </a:srgbClr>
          </a:solidFill>
          <a:ln w="12700">
            <a:solidFill>
              <a:srgbClr val="1A5C35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0" y="-2286000"/>
            <a:ext cx="6400800" cy="6400800"/>
          </a:xfrm>
          <a:prstGeom prst="ellipse">
            <a:avLst/>
          </a:prstGeom>
          <a:solidFill>
            <a:srgbClr val="2878CC">
              <a:alpha val="12000"/>
            </a:srgbClr>
          </a:solidFill>
          <a:ln w="12700">
            <a:solidFill>
              <a:srgbClr val="2878CC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251960"/>
            <a:ext cx="9144000" cy="891540"/>
          </a:xfrm>
          <a:prstGeom prst="rect">
            <a:avLst/>
          </a:prstGeom>
          <a:solidFill>
            <a:srgbClr val="1A5C35"/>
          </a:solidFill>
          <a:ln w="12700">
            <a:solidFill>
              <a:srgbClr val="1A5C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Testez maintenant.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914400" y="171907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Approchez votre telephone de ma carte.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74720" y="2395728"/>
            <a:ext cx="21945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9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2395728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bamba.geochifa.com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0050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bamba.geochifa.com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3708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Bamba GNINGUE  ·  +221 77 658 53 71  ·  bamba@cabgn.com  ·  geochifa.com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CardTap Pitch</dc:title>
  <dc:subject>PptxGenJS Presentation</dc:subject>
  <dc:creator>PptxGenJS</dc:creator>
  <cp:lastModifiedBy>PptxGenJS</cp:lastModifiedBy>
  <cp:revision>1</cp:revision>
  <dcterms:created xsi:type="dcterms:W3CDTF">2026-04-15T06:56:10Z</dcterms:created>
  <dcterms:modified xsi:type="dcterms:W3CDTF">2026-04-15T06:56:10Z</dcterms:modified>
</cp:coreProperties>
</file>